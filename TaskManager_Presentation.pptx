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  ·  Telegram Bot  ·  Analytics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Daryn  |  Course Project  |  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20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87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78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tasks &amp; missed deadlines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planning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072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too complex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42976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93268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57800" y="960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+ Bootstrap)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920240"/>
            <a:ext cx="42976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1938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57800" y="1965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(Aiogram 3)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42976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9443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57800" y="2971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Analytics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(Chart.js + Matplotlib)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3931920"/>
            <a:ext cx="429768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95020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5780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2743200" cy="6400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86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12264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93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24328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Aiogram 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648456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73152" cy="228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868680"/>
            <a:ext cx="2743200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886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560" y="1600200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2112264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093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37560" y="2624328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37560" y="3136392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37560" y="3648456"/>
            <a:ext cx="73152" cy="228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868680"/>
            <a:ext cx="27432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868680"/>
            <a:ext cx="2743200" cy="6400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886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1600200"/>
            <a:ext cx="73152" cy="228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581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72200" y="2112264"/>
            <a:ext cx="73152" cy="228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093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(prod)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2624328"/>
            <a:ext cx="73152" cy="228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3136392"/>
            <a:ext cx="73152" cy="228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models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72200" y="3648456"/>
            <a:ext cx="73152" cy="228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926080" y="822960"/>
            <a:ext cx="3291840" cy="777240"/>
          </a:xfrm>
          <a:prstGeom prst="rect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017520" y="868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Frontend (Bootstrap + JS)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2011680"/>
            <a:ext cx="3291840" cy="7772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Backend (FastAPI)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2560320" cy="7772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SQLite Database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3246120"/>
            <a:ext cx="2194560" cy="77724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Auth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246120"/>
            <a:ext cx="2560320" cy="7772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Telegram Bot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00200"/>
            <a:ext cx="0" cy="41148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HTTP / REST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788920"/>
            <a:ext cx="-1005840" cy="45720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788920"/>
            <a:ext cx="1280160" cy="45720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SQLAlchemy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Aiogram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137160" cy="45720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822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9304"/>
            <a:ext cx="91440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98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12893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289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Register new 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8412480" cy="38404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19072"/>
            <a:ext cx="91440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282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719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Login → JWT token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093976"/>
            <a:ext cx="8412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148840"/>
            <a:ext cx="91440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57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Current user info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523744"/>
            <a:ext cx="8412480" cy="38404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578608"/>
            <a:ext cx="91440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List tasks (filter by status)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953512"/>
            <a:ext cx="8412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008376"/>
            <a:ext cx="914400" cy="2743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3008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3008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Create task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383280"/>
            <a:ext cx="8412480" cy="38404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438144"/>
            <a:ext cx="914400" cy="274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47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08760" y="34381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/api/tasks/{id}/complete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438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Mark task complete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813048"/>
            <a:ext cx="8412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867912"/>
            <a:ext cx="914400" cy="2743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3867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/api/tasks/{id}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38679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Delete task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4242816"/>
            <a:ext cx="8412480" cy="384048"/>
          </a:xfrm>
          <a:prstGeom prst="rect">
            <a:avLst/>
          </a:prstGeom>
          <a:solidFill>
            <a:srgbClr val="112840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297680"/>
            <a:ext cx="91440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306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0876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/api/statistics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6072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Stats + chart data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672584"/>
            <a:ext cx="8412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4727448"/>
            <a:ext cx="914400" cy="2743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736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508760" y="4727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760720" y="4727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Health check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Telegram Bot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9418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welcome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6868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9418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task creation (FSM)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19476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with inline buttons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87452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87452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202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/pending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19476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tasks only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/completed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45920" y="295351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tasks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88036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88036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295351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8620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931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45920" y="39593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 image 📊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3886200"/>
            <a:ext cx="41148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886200"/>
            <a:ext cx="118872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931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39593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information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C10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FSM (Finite State Machine) used for guided task creation — title → description → priority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103120" cy="1911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77240"/>
            <a:ext cx="2103120" cy="43891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13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307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telegram_id  PK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636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965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295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777240"/>
            <a:ext cx="2103120" cy="25694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777240"/>
            <a:ext cx="210312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813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web_users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06040" y="128016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670048" y="1307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PK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1609344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0" name="Text 18"/>
          <p:cNvSpPr/>
          <p:nvPr/>
        </p:nvSpPr>
        <p:spPr>
          <a:xfrm>
            <a:off x="2670048" y="1636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 UNIQUE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193852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670048" y="1965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2267712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2670048" y="2295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2596896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670048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telegram_id  FK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926080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28" name="Text 26"/>
          <p:cNvSpPr/>
          <p:nvPr/>
        </p:nvSpPr>
        <p:spPr>
          <a:xfrm>
            <a:off x="2670048" y="2953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777240"/>
            <a:ext cx="21031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777240"/>
            <a:ext cx="2103120" cy="4389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813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128016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56048" y="1307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PK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1609344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1636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telegram_id  FK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193852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1965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2267712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2295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2596896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2926080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4956048" y="2953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3255264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956048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/ tags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3584448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7" name="Text 45"/>
          <p:cNvSpPr/>
          <p:nvPr/>
        </p:nvSpPr>
        <p:spPr>
          <a:xfrm>
            <a:off x="4956048" y="3611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92040" y="3913632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956048" y="3941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92040" y="4242816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1" name="Text 49"/>
          <p:cNvSpPr/>
          <p:nvPr/>
        </p:nvSpPr>
        <p:spPr>
          <a:xfrm>
            <a:off x="4956048" y="4270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completed_at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777240"/>
            <a:ext cx="21031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32320" y="777240"/>
            <a:ext cx="2103120" cy="43891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4" name="Text 52"/>
          <p:cNvSpPr/>
          <p:nvPr/>
        </p:nvSpPr>
        <p:spPr>
          <a:xfrm>
            <a:off x="7223760" y="813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178040" y="1280160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7242048" y="1307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PK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178040" y="1609344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58" name="Text 56"/>
          <p:cNvSpPr/>
          <p:nvPr/>
        </p:nvSpPr>
        <p:spPr>
          <a:xfrm>
            <a:off x="7242048" y="1636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task_id  FK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78040" y="1938528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7242048" y="19659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telegram_id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78040" y="2267712"/>
            <a:ext cx="2011680" cy="29260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2" name="Text 60"/>
          <p:cNvSpPr/>
          <p:nvPr/>
        </p:nvSpPr>
        <p:spPr>
          <a:xfrm>
            <a:off x="7242048" y="22951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78040" y="2596896"/>
            <a:ext cx="20116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7242048" y="26243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9202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114800" cy="5486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23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project overview and CTA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23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 / Register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270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email + password, Telegram widget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14800" cy="19202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114800" cy="5486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26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6301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 + Chart.js doughnut &amp; bar charts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411480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26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Tasks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63016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filters by status &amp; priority, deadlines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Charts &amp;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931920" cy="4114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777240"/>
            <a:ext cx="3931920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95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📱  Telegram (Matplotlib)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Pie — task status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 — tasks by priority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Line — weekly productivity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Bar — top task categories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107"/>
                </a:solidFill>
              </a:rPr>
              <a:t>Static PNG → sent as bot photo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4114800"/>
          </a:xfrm>
          <a:prstGeom prst="rect">
            <a:avLst/>
          </a:prstGeom>
          <a:solidFill>
            <a:srgbClr val="0D2137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777240"/>
            <a:ext cx="393192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795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🌐  Web (Chart.js)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Doughnut — task distribution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Bar — weekly completions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80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Real-time data updates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Interactive &amp; animated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107"/>
                </a:solidFill>
              </a:rPr>
              <a:t>Interactive in-browser widgets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560320" cy="173736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804672"/>
            <a:ext cx="2560320" cy="173736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91840" y="18836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804672"/>
            <a:ext cx="2560320" cy="173736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126480" y="188366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2560320" cy="17373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3895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816352"/>
            <a:ext cx="2560320" cy="173736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291840" y="3895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Libraries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816352"/>
            <a:ext cx="2560320" cy="173736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126480" y="38953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Methods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2743200" cy="5486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50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Stage 1 — 30%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 (Telegram bot)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CRUD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581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functions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850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Stage 2 — 60%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(FastAPI)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58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models (Task, User, Comment)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via web interface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7581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4320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8503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Stage 3 — 100%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tags, filters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258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Matplotlib 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00837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7581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UI + Docker-ready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🙋‍♂️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Full-stack web app — FastAPI + Bootstrap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1638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Telegram bot with FSM and Matplotlib charts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6758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Dual visualization — Chart.js + Matplotlib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Auth · SQLite · Production-ready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90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github.com/your-repo  |  Swagger: /docs  |  Daryn · 2024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TaskManager</dc:title>
  <dc:subject>PptxGenJS Presentation</dc:subject>
  <dc:creator>PptxGenJS</dc:creator>
  <cp:lastModifiedBy>PptxGenJS</cp:lastModifiedBy>
  <cp:revision>1</cp:revision>
  <dcterms:created xsi:type="dcterms:W3CDTF">2026-05-20T03:55:04Z</dcterms:created>
  <dcterms:modified xsi:type="dcterms:W3CDTF">2026-05-20T03:55:04Z</dcterms:modified>
</cp:coreProperties>
</file>